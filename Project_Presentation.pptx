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0.8454</c:v>
                </c:pt>
                <c:pt idx="1">
                  <c:v>0.8937</c:v>
                </c:pt>
                <c:pt idx="2">
                  <c:v>0.8737</c:v>
                </c:pt>
                <c:pt idx="3">
                  <c:v>0.8143</c:v>
                </c:pt>
                <c:pt idx="4">
                  <c:v>0.8654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Forecast Final Academic Scores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Data Science &amp; Machine Learning   |   Tools: Python, Pandas, NumPy, Scikit-learn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3165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133165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13125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56125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7689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717689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97649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40649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2214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302214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82174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5174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86738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86738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66698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(Linear Regression)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09698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1263" y="1828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471263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51223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94223" y="2240280"/>
            <a:ext cx="761565" cy="0"/>
          </a:xfrm>
          <a:prstGeom prst="line">
            <a:avLst/>
          </a:prstGeom>
          <a:noFill/>
          <a:ln w="25400">
            <a:solidFill>
              <a:srgbClr val="C9D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5787" y="18288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5787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735747" y="2788920"/>
            <a:ext cx="213316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Prediction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the strongest drivers of student performance and build a reliable model to predict Final_Score from behavioral and academic inputs.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642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08960" y="16642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1089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6642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captures demographic, behavioral, and academic data used to predict Final_Score.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7498080" cy="1645920"/>
        </p:xfrm>
        <a:graphic>
          <a:graphicData uri="http://schemas.openxmlformats.org/drawingml/2006/table">
            <a:tbl>
              <a:tblPr/>
              <a:tblGrid>
                <a:gridCol w="1249680"/>
                <a:gridCol w="1249680"/>
                <a:gridCol w="1249680"/>
                <a:gridCol w="1249680"/>
                <a:gridCol w="1249680"/>
                <a:gridCol w="1249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59536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219456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Gender, Age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Behavioral: Study_Hours, Attendance, Participation, Internet_Access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Academic: Previous_Score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Final_Score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across all columns — none found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 — none found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numerical features for outliers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variables: Gender, Internet_Access, Participation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Student_ID — an identifier with no predictive value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55448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286000"/>
          <a:ext cx="41148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Male, Female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Internet_Access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Medium, 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each feature and Final_Score were examined using distribution plots, scatter plots, and correlation heatmaps.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Previous_Score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correlation with Final_Score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Study_Hours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3794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 with final performance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60920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794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attendance linked to higher scores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228600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0" y="3246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/ 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0" y="3794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association with final performance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4F8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Study_Attendance_Index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(Study_Hours × Attendance) / 100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combined effect of how much a student studies and how consistently they attend class — used as a model input feature.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4F8F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Score_Improvement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Final_Score − Previous_Score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analysis purposes to understand performance change; excluded from model inputs to avoid data leakage.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Linear Regression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6420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(80%)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66420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Samples (20%)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55448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664208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9235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80/20 into training and testing sets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 using StandardScaler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 fit on the scaled training data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inspected to assess each feature's relative influence on predicted score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642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554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6642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175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6642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5544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1664208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on the held-out test set (40 samples).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R²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4023360"/>
          <a:ext cx="67665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680960" y="402336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4F8FA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R²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0" y="4572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0.8585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86384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(± 0.0270)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63840" y="5669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model generalizes consistently across data subsets.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Score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was used to predict final scores for new, hypothetical students.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2377440"/>
        </p:xfrm>
        <a:graphic>
          <a:graphicData uri="http://schemas.openxmlformats.org/drawingml/2006/table">
            <a:tbl>
              <a:tblPr/>
              <a:tblGrid>
                <a:gridCol w="1580606"/>
                <a:gridCol w="1580606"/>
                <a:gridCol w="1580606"/>
                <a:gridCol w="1580606"/>
                <a:gridCol w="1580606"/>
                <a:gridCol w="1580606"/>
                <a:gridCol w="1580606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Prev.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Final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Student 3's predicted score (105.63) exceeds the 0–100 scale, showing the linear model can extrapolate beyond realistic bounds for unusually strong feature combinations. Clipping predictions to a valid range is recommended for production use.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241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successfully predicts student final scores from study habits, attendance, previous performance, and other features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Previous_Score, Study_Hours, and Attendance show the strongest positive correlation with Final_Score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R² = 0.889 on the test set and a mean cross-validated R² of 0.8585, confirming reliable predictive power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try Random Forest or Gradient Boosting and tune hyperparameters for improved accuracy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9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Using Machine Learning</dc:title>
  <dc:subject>PptxGenJS Presentation</dc:subject>
  <dc:creator>Claude</dc:creator>
  <cp:lastModifiedBy>Claude</cp:lastModifiedBy>
  <cp:revision>1</cp:revision>
  <dcterms:created xsi:type="dcterms:W3CDTF">2026-06-22T09:46:35Z</dcterms:created>
  <dcterms:modified xsi:type="dcterms:W3CDTF">2026-06-22T09:46:35Z</dcterms:modified>
</cp:coreProperties>
</file>